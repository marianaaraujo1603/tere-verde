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Poppins Medium" charset="1" panose="00000600000000000000"/>
      <p:regular r:id="rId17"/>
    </p:embeddedFont>
    <p:embeddedFont>
      <p:font typeface="Poppins Bold" charset="1" panose="00000800000000000000"/>
      <p:regular r:id="rId18"/>
    </p:embeddedFont>
    <p:embeddedFont>
      <p:font typeface="Poppins Extra-Light" charset="1" panose="00000300000000000000"/>
      <p:regular r:id="rId19"/>
    </p:embeddedFont>
    <p:embeddedFont>
      <p:font typeface="Poppins" charset="1" panose="00000500000000000000"/>
      <p:regular r:id="rId20"/>
    </p:embeddedFont>
    <p:embeddedFont>
      <p:font typeface="Alatsi" charset="1" panose="000005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13.png" Type="http://schemas.openxmlformats.org/officeDocument/2006/relationships/image"/><Relationship Id="rId6" Target="https://github.com/marianaaraujo1603/Tere-Verde" TargetMode="External" Type="http://schemas.openxmlformats.org/officeDocument/2006/relationships/hyperlink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22A1A">
                <a:alpha val="28627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481179" y="633618"/>
            <a:ext cx="1919429" cy="566532"/>
            <a:chOff x="0" y="0"/>
            <a:chExt cx="505529" cy="1492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solidFill>
              <a:srgbClr val="94BF4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58751" y="2965390"/>
            <a:ext cx="5832041" cy="711082"/>
            <a:chOff x="0" y="0"/>
            <a:chExt cx="1536011" cy="1872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36011" cy="187281"/>
            </a:xfrm>
            <a:custGeom>
              <a:avLst/>
              <a:gdLst/>
              <a:ahLst/>
              <a:cxnLst/>
              <a:rect r="r" b="b" t="t" l="l"/>
              <a:pathLst>
                <a:path h="187281" w="1536011">
                  <a:moveTo>
                    <a:pt x="67702" y="0"/>
                  </a:moveTo>
                  <a:lnTo>
                    <a:pt x="1468309" y="0"/>
                  </a:lnTo>
                  <a:cubicBezTo>
                    <a:pt x="1486265" y="0"/>
                    <a:pt x="1503485" y="7133"/>
                    <a:pt x="1516181" y="19829"/>
                  </a:cubicBezTo>
                  <a:cubicBezTo>
                    <a:pt x="1528878" y="32526"/>
                    <a:pt x="1536011" y="49746"/>
                    <a:pt x="1536011" y="67702"/>
                  </a:cubicBezTo>
                  <a:lnTo>
                    <a:pt x="1536011" y="119579"/>
                  </a:lnTo>
                  <a:cubicBezTo>
                    <a:pt x="1536011" y="137535"/>
                    <a:pt x="1528878" y="154755"/>
                    <a:pt x="1516181" y="167451"/>
                  </a:cubicBezTo>
                  <a:cubicBezTo>
                    <a:pt x="1503485" y="180148"/>
                    <a:pt x="1486265" y="187281"/>
                    <a:pt x="1468309" y="187281"/>
                  </a:cubicBezTo>
                  <a:lnTo>
                    <a:pt x="67702" y="187281"/>
                  </a:lnTo>
                  <a:cubicBezTo>
                    <a:pt x="49746" y="187281"/>
                    <a:pt x="32526" y="180148"/>
                    <a:pt x="19829" y="167451"/>
                  </a:cubicBezTo>
                  <a:cubicBezTo>
                    <a:pt x="7133" y="154755"/>
                    <a:pt x="0" y="137535"/>
                    <a:pt x="0" y="119579"/>
                  </a:cubicBezTo>
                  <a:lnTo>
                    <a:pt x="0" y="67702"/>
                  </a:lnTo>
                  <a:cubicBezTo>
                    <a:pt x="0" y="49746"/>
                    <a:pt x="7133" y="32526"/>
                    <a:pt x="19829" y="19829"/>
                  </a:cubicBezTo>
                  <a:cubicBezTo>
                    <a:pt x="32526" y="7133"/>
                    <a:pt x="49746" y="0"/>
                    <a:pt x="67702" y="0"/>
                  </a:cubicBezTo>
                  <a:close/>
                </a:path>
              </a:pathLst>
            </a:custGeom>
            <a:solidFill>
              <a:srgbClr val="FFFFFF">
                <a:alpha val="26667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536011" cy="2253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18143" y="3154187"/>
            <a:ext cx="333489" cy="333489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AE83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861238" y="4323294"/>
            <a:ext cx="1869011" cy="186901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AE838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-5400000">
            <a:off x="14483354" y="4856293"/>
            <a:ext cx="594231" cy="803015"/>
          </a:xfrm>
          <a:custGeom>
            <a:avLst/>
            <a:gdLst/>
            <a:ahLst/>
            <a:cxnLst/>
            <a:rect r="r" b="b" t="t" l="l"/>
            <a:pathLst>
              <a:path h="803015" w="594231">
                <a:moveTo>
                  <a:pt x="0" y="0"/>
                </a:moveTo>
                <a:lnTo>
                  <a:pt x="594231" y="0"/>
                </a:lnTo>
                <a:lnTo>
                  <a:pt x="594231" y="803014"/>
                </a:lnTo>
                <a:lnTo>
                  <a:pt x="0" y="8030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646185" y="3781973"/>
            <a:ext cx="10886764" cy="2457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76"/>
              </a:lnSpc>
            </a:pPr>
            <a:r>
              <a:rPr lang="en-US" sz="14900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Teré Verde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730249" y="701300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3C5017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191399" y="3014861"/>
            <a:ext cx="4868805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FFFFFF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MVP BACK-END: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963526" y="6273550"/>
            <a:ext cx="6786527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25"/>
              </a:lnSpc>
            </a:pPr>
            <a:r>
              <a:rPr lang="en-US" sz="2100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Mariana Araújo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4204690" y="758450"/>
            <a:ext cx="10977287" cy="312059"/>
            <a:chOff x="0" y="0"/>
            <a:chExt cx="14636382" cy="416079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-57150"/>
              <a:ext cx="2216733" cy="470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71"/>
                </a:lnSpc>
                <a:spcBef>
                  <a:spcPct val="0"/>
                </a:spcBef>
              </a:pPr>
              <a:r>
                <a:rPr lang="en-US" sz="2051" spc="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Home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2669819" y="-54199"/>
              <a:ext cx="2542777" cy="470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71"/>
                </a:lnSpc>
                <a:spcBef>
                  <a:spcPct val="0"/>
                </a:spcBef>
              </a:pPr>
              <a:r>
                <a:rPr lang="en-US" sz="2051" spc="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Sobre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5669796" y="-54199"/>
              <a:ext cx="2118920" cy="470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71"/>
                </a:lnSpc>
                <a:spcBef>
                  <a:spcPct val="0"/>
                </a:spcBef>
              </a:pPr>
              <a:r>
                <a:rPr lang="en-US" sz="2051" spc="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Requisitos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8245915" y="-57150"/>
              <a:ext cx="2966633" cy="470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71"/>
                </a:lnSpc>
                <a:spcBef>
                  <a:spcPct val="0"/>
                </a:spcBef>
              </a:pPr>
              <a:r>
                <a:rPr lang="en-US" sz="2051" spc="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Wireframe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11669749" y="-57150"/>
              <a:ext cx="2966633" cy="470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71"/>
                </a:lnSpc>
                <a:spcBef>
                  <a:spcPct val="0"/>
                </a:spcBef>
              </a:pPr>
              <a:r>
                <a:rPr lang="en-US" sz="2051" spc="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Projeto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028700" y="440515"/>
            <a:ext cx="2589762" cy="937494"/>
          </a:xfrm>
          <a:custGeom>
            <a:avLst/>
            <a:gdLst/>
            <a:ahLst/>
            <a:cxnLst/>
            <a:rect r="r" b="b" t="t" l="l"/>
            <a:pathLst>
              <a:path h="937494" w="2589762">
                <a:moveTo>
                  <a:pt x="0" y="0"/>
                </a:moveTo>
                <a:lnTo>
                  <a:pt x="2589762" y="0"/>
                </a:lnTo>
                <a:lnTo>
                  <a:pt x="2589762" y="937494"/>
                </a:lnTo>
                <a:lnTo>
                  <a:pt x="0" y="9374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D3216">
                <a:alpha val="100000"/>
              </a:srgbClr>
            </a:gs>
            <a:gs pos="100000">
              <a:srgbClr val="42504E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81179" y="633618"/>
            <a:ext cx="1919429" cy="566532"/>
            <a:chOff x="0" y="0"/>
            <a:chExt cx="505529" cy="149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solidFill>
              <a:srgbClr val="94BF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54083" y="2833522"/>
            <a:ext cx="6671676" cy="5398785"/>
            <a:chOff x="0" y="0"/>
            <a:chExt cx="1757149" cy="14219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57149" cy="1421902"/>
            </a:xfrm>
            <a:custGeom>
              <a:avLst/>
              <a:gdLst/>
              <a:ahLst/>
              <a:cxnLst/>
              <a:rect r="r" b="b" t="t" l="l"/>
              <a:pathLst>
                <a:path h="1421902" w="1757149">
                  <a:moveTo>
                    <a:pt x="29010" y="0"/>
                  </a:moveTo>
                  <a:lnTo>
                    <a:pt x="1728139" y="0"/>
                  </a:lnTo>
                  <a:cubicBezTo>
                    <a:pt x="1744161" y="0"/>
                    <a:pt x="1757149" y="12988"/>
                    <a:pt x="1757149" y="29010"/>
                  </a:cubicBezTo>
                  <a:lnTo>
                    <a:pt x="1757149" y="1392892"/>
                  </a:lnTo>
                  <a:cubicBezTo>
                    <a:pt x="1757149" y="1400586"/>
                    <a:pt x="1754093" y="1407965"/>
                    <a:pt x="1748652" y="1413405"/>
                  </a:cubicBezTo>
                  <a:cubicBezTo>
                    <a:pt x="1743212" y="1418846"/>
                    <a:pt x="1735833" y="1421902"/>
                    <a:pt x="1728139" y="1421902"/>
                  </a:cubicBezTo>
                  <a:lnTo>
                    <a:pt x="29010" y="1421902"/>
                  </a:lnTo>
                  <a:cubicBezTo>
                    <a:pt x="21316" y="1421902"/>
                    <a:pt x="13937" y="1418846"/>
                    <a:pt x="8497" y="1413405"/>
                  </a:cubicBezTo>
                  <a:cubicBezTo>
                    <a:pt x="3056" y="1407965"/>
                    <a:pt x="0" y="1400586"/>
                    <a:pt x="0" y="1392892"/>
                  </a:cubicBezTo>
                  <a:lnTo>
                    <a:pt x="0" y="29010"/>
                  </a:lnTo>
                  <a:cubicBezTo>
                    <a:pt x="0" y="21316"/>
                    <a:pt x="3056" y="13937"/>
                    <a:pt x="8497" y="8497"/>
                  </a:cubicBezTo>
                  <a:cubicBezTo>
                    <a:pt x="13937" y="3056"/>
                    <a:pt x="21316" y="0"/>
                    <a:pt x="29010" y="0"/>
                  </a:cubicBezTo>
                  <a:close/>
                </a:path>
              </a:pathLst>
            </a:custGeom>
            <a:solidFill>
              <a:srgbClr val="FFFFFF">
                <a:alpha val="18824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757149" cy="14790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5730249" y="701300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3C5017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654083" y="2833522"/>
            <a:ext cx="6671676" cy="1079955"/>
            <a:chOff x="0" y="0"/>
            <a:chExt cx="1757149" cy="2844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57149" cy="284433"/>
            </a:xfrm>
            <a:custGeom>
              <a:avLst/>
              <a:gdLst/>
              <a:ahLst/>
              <a:cxnLst/>
              <a:rect r="r" b="b" t="t" l="l"/>
              <a:pathLst>
                <a:path h="284433" w="1757149">
                  <a:moveTo>
                    <a:pt x="29010" y="0"/>
                  </a:moveTo>
                  <a:lnTo>
                    <a:pt x="1728139" y="0"/>
                  </a:lnTo>
                  <a:cubicBezTo>
                    <a:pt x="1744161" y="0"/>
                    <a:pt x="1757149" y="12988"/>
                    <a:pt x="1757149" y="29010"/>
                  </a:cubicBezTo>
                  <a:lnTo>
                    <a:pt x="1757149" y="255422"/>
                  </a:lnTo>
                  <a:cubicBezTo>
                    <a:pt x="1757149" y="271444"/>
                    <a:pt x="1744161" y="284433"/>
                    <a:pt x="1728139" y="284433"/>
                  </a:cubicBezTo>
                  <a:lnTo>
                    <a:pt x="29010" y="284433"/>
                  </a:lnTo>
                  <a:cubicBezTo>
                    <a:pt x="21316" y="284433"/>
                    <a:pt x="13937" y="281376"/>
                    <a:pt x="8497" y="275936"/>
                  </a:cubicBezTo>
                  <a:cubicBezTo>
                    <a:pt x="3056" y="270495"/>
                    <a:pt x="0" y="263116"/>
                    <a:pt x="0" y="255422"/>
                  </a:cubicBezTo>
                  <a:lnTo>
                    <a:pt x="0" y="29010"/>
                  </a:lnTo>
                  <a:cubicBezTo>
                    <a:pt x="0" y="21316"/>
                    <a:pt x="3056" y="13937"/>
                    <a:pt x="8497" y="8497"/>
                  </a:cubicBezTo>
                  <a:cubicBezTo>
                    <a:pt x="13937" y="3056"/>
                    <a:pt x="21316" y="0"/>
                    <a:pt x="29010" y="0"/>
                  </a:cubicBezTo>
                  <a:close/>
                </a:path>
              </a:pathLst>
            </a:custGeom>
            <a:solidFill>
              <a:srgbClr val="FFFFFF">
                <a:alpha val="18824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757149" cy="341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962241" y="2957347"/>
            <a:ext cx="7285249" cy="1093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0"/>
              </a:lnSpc>
            </a:pPr>
            <a:r>
              <a:rPr lang="en-US" sz="7989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Objetivo: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19885" y="4511425"/>
            <a:ext cx="7180474" cy="1348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25"/>
              </a:lnSpc>
            </a:pPr>
            <a:r>
              <a:rPr lang="en-US" sz="2100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Criar um website que permita o acesso de informações sobre o Parque Nacional da Serra dos Órgãos, Parque Estadual dos Três Picos e o Parque Natural Municipal Montanhas de Teresópolis.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68191" y="3128536"/>
            <a:ext cx="6043461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FFFFFF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PÚBLICO ALVO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185956" y="4263775"/>
            <a:ext cx="5749495" cy="1929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5250"/>
              </a:lnSpc>
              <a:buFont typeface="Arial"/>
              <a:buChar char="•"/>
            </a:pPr>
            <a:r>
              <a:rPr lang="en-US" sz="2100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POPULAÇÃO DE TERESÓPOLIS</a:t>
            </a:r>
          </a:p>
          <a:p>
            <a:pPr algn="just" marL="453390" indent="-226695" lvl="1">
              <a:lnSpc>
                <a:spcPts val="5250"/>
              </a:lnSpc>
              <a:buFont typeface="Arial"/>
              <a:buChar char="•"/>
            </a:pPr>
            <a:r>
              <a:rPr lang="en-US" sz="2100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VISITANTES E TURISTAS</a:t>
            </a:r>
          </a:p>
          <a:p>
            <a:pPr algn="just" marL="453390" indent="-226695" lvl="1">
              <a:lnSpc>
                <a:spcPts val="5250"/>
              </a:lnSpc>
              <a:buFont typeface="Arial"/>
              <a:buChar char="•"/>
            </a:pPr>
            <a:r>
              <a:rPr lang="en-US" sz="2100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ADMINISTRADORES DO SITE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6729752" y="8761687"/>
            <a:ext cx="759948" cy="759948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AE838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-5400000">
            <a:off x="16982707" y="8978406"/>
            <a:ext cx="241617" cy="326509"/>
          </a:xfrm>
          <a:custGeom>
            <a:avLst/>
            <a:gdLst/>
            <a:ahLst/>
            <a:cxnLst/>
            <a:rect r="r" b="b" t="t" l="l"/>
            <a:pathLst>
              <a:path h="326509" w="241617">
                <a:moveTo>
                  <a:pt x="0" y="0"/>
                </a:moveTo>
                <a:lnTo>
                  <a:pt x="241617" y="0"/>
                </a:lnTo>
                <a:lnTo>
                  <a:pt x="241617" y="326509"/>
                </a:lnTo>
                <a:lnTo>
                  <a:pt x="0" y="3265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4159052" y="1061169"/>
            <a:ext cx="10977287" cy="312059"/>
            <a:chOff x="0" y="0"/>
            <a:chExt cx="14636382" cy="416079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-57150"/>
              <a:ext cx="2216733" cy="470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71"/>
                </a:lnSpc>
                <a:spcBef>
                  <a:spcPct val="0"/>
                </a:spcBef>
              </a:pPr>
              <a:r>
                <a:rPr lang="en-US" sz="2051" spc="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Home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669819" y="-54199"/>
              <a:ext cx="2542777" cy="470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71"/>
                </a:lnSpc>
                <a:spcBef>
                  <a:spcPct val="0"/>
                </a:spcBef>
              </a:pPr>
              <a:r>
                <a:rPr lang="en-US" b="true" sz="2051" spc="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Sobre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5669796" y="-54199"/>
              <a:ext cx="2118920" cy="470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71"/>
                </a:lnSpc>
                <a:spcBef>
                  <a:spcPct val="0"/>
                </a:spcBef>
              </a:pPr>
              <a:r>
                <a:rPr lang="en-US" sz="2051" spc="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Requisitos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8245915" y="-57150"/>
              <a:ext cx="2966633" cy="470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71"/>
                </a:lnSpc>
                <a:spcBef>
                  <a:spcPct val="0"/>
                </a:spcBef>
              </a:pPr>
              <a:r>
                <a:rPr lang="en-US" sz="2051" spc="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Wireframe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11669749" y="-57150"/>
              <a:ext cx="2966633" cy="470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71"/>
                </a:lnSpc>
                <a:spcBef>
                  <a:spcPct val="0"/>
                </a:spcBef>
              </a:pPr>
              <a:r>
                <a:rPr lang="en-US" sz="2051" spc="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Projeto</a:t>
              </a: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028700" y="758450"/>
            <a:ext cx="2589762" cy="937494"/>
          </a:xfrm>
          <a:custGeom>
            <a:avLst/>
            <a:gdLst/>
            <a:ahLst/>
            <a:cxnLst/>
            <a:rect r="r" b="b" t="t" l="l"/>
            <a:pathLst>
              <a:path h="937494" w="2589762">
                <a:moveTo>
                  <a:pt x="0" y="0"/>
                </a:moveTo>
                <a:lnTo>
                  <a:pt x="2589762" y="0"/>
                </a:lnTo>
                <a:lnTo>
                  <a:pt x="2589762" y="937494"/>
                </a:lnTo>
                <a:lnTo>
                  <a:pt x="0" y="9374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D3216">
                <a:alpha val="100000"/>
              </a:srgbClr>
            </a:gs>
            <a:gs pos="100000">
              <a:srgbClr val="42504E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81179" y="633618"/>
            <a:ext cx="1919429" cy="566532"/>
            <a:chOff x="0" y="0"/>
            <a:chExt cx="505529" cy="149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solidFill>
              <a:srgbClr val="94BF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852928" y="2644315"/>
            <a:ext cx="4956717" cy="6031647"/>
            <a:chOff x="0" y="0"/>
            <a:chExt cx="767925" cy="9344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67925" cy="934460"/>
            </a:xfrm>
            <a:custGeom>
              <a:avLst/>
              <a:gdLst/>
              <a:ahLst/>
              <a:cxnLst/>
              <a:rect r="r" b="b" t="t" l="l"/>
              <a:pathLst>
                <a:path h="934460" w="767925">
                  <a:moveTo>
                    <a:pt x="51543" y="0"/>
                  </a:moveTo>
                  <a:lnTo>
                    <a:pt x="716382" y="0"/>
                  </a:lnTo>
                  <a:cubicBezTo>
                    <a:pt x="744849" y="0"/>
                    <a:pt x="767925" y="23077"/>
                    <a:pt x="767925" y="51543"/>
                  </a:cubicBezTo>
                  <a:lnTo>
                    <a:pt x="767925" y="882917"/>
                  </a:lnTo>
                  <a:cubicBezTo>
                    <a:pt x="767925" y="896587"/>
                    <a:pt x="762495" y="909697"/>
                    <a:pt x="752829" y="919363"/>
                  </a:cubicBezTo>
                  <a:cubicBezTo>
                    <a:pt x="743162" y="929030"/>
                    <a:pt x="730052" y="934460"/>
                    <a:pt x="716382" y="934460"/>
                  </a:cubicBezTo>
                  <a:lnTo>
                    <a:pt x="51543" y="934460"/>
                  </a:lnTo>
                  <a:cubicBezTo>
                    <a:pt x="23077" y="934460"/>
                    <a:pt x="0" y="911383"/>
                    <a:pt x="0" y="882917"/>
                  </a:cubicBezTo>
                  <a:lnTo>
                    <a:pt x="0" y="51543"/>
                  </a:lnTo>
                  <a:cubicBezTo>
                    <a:pt x="0" y="37873"/>
                    <a:pt x="5430" y="24763"/>
                    <a:pt x="15097" y="15097"/>
                  </a:cubicBezTo>
                  <a:cubicBezTo>
                    <a:pt x="24763" y="5430"/>
                    <a:pt x="37873" y="0"/>
                    <a:pt x="51543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805" r="0" b="-805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6729752" y="8761687"/>
            <a:ext cx="759948" cy="759948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AE838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5400000">
            <a:off x="16982707" y="8978406"/>
            <a:ext cx="241617" cy="326509"/>
          </a:xfrm>
          <a:custGeom>
            <a:avLst/>
            <a:gdLst/>
            <a:ahLst/>
            <a:cxnLst/>
            <a:rect r="r" b="b" t="t" l="l"/>
            <a:pathLst>
              <a:path h="326509" w="241617">
                <a:moveTo>
                  <a:pt x="0" y="0"/>
                </a:moveTo>
                <a:lnTo>
                  <a:pt x="241617" y="0"/>
                </a:lnTo>
                <a:lnTo>
                  <a:pt x="241617" y="326509"/>
                </a:lnTo>
                <a:lnTo>
                  <a:pt x="0" y="3265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9260827" y="2960746"/>
            <a:ext cx="6671676" cy="5398785"/>
            <a:chOff x="0" y="0"/>
            <a:chExt cx="1757149" cy="142190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57149" cy="1421902"/>
            </a:xfrm>
            <a:custGeom>
              <a:avLst/>
              <a:gdLst/>
              <a:ahLst/>
              <a:cxnLst/>
              <a:rect r="r" b="b" t="t" l="l"/>
              <a:pathLst>
                <a:path h="1421902" w="1757149">
                  <a:moveTo>
                    <a:pt x="29010" y="0"/>
                  </a:moveTo>
                  <a:lnTo>
                    <a:pt x="1728139" y="0"/>
                  </a:lnTo>
                  <a:cubicBezTo>
                    <a:pt x="1744161" y="0"/>
                    <a:pt x="1757149" y="12988"/>
                    <a:pt x="1757149" y="29010"/>
                  </a:cubicBezTo>
                  <a:lnTo>
                    <a:pt x="1757149" y="1392892"/>
                  </a:lnTo>
                  <a:cubicBezTo>
                    <a:pt x="1757149" y="1400586"/>
                    <a:pt x="1754093" y="1407965"/>
                    <a:pt x="1748652" y="1413405"/>
                  </a:cubicBezTo>
                  <a:cubicBezTo>
                    <a:pt x="1743212" y="1418846"/>
                    <a:pt x="1735833" y="1421902"/>
                    <a:pt x="1728139" y="1421902"/>
                  </a:cubicBezTo>
                  <a:lnTo>
                    <a:pt x="29010" y="1421902"/>
                  </a:lnTo>
                  <a:cubicBezTo>
                    <a:pt x="21316" y="1421902"/>
                    <a:pt x="13937" y="1418846"/>
                    <a:pt x="8497" y="1413405"/>
                  </a:cubicBezTo>
                  <a:cubicBezTo>
                    <a:pt x="3056" y="1407965"/>
                    <a:pt x="0" y="1400586"/>
                    <a:pt x="0" y="1392892"/>
                  </a:cubicBezTo>
                  <a:lnTo>
                    <a:pt x="0" y="29010"/>
                  </a:lnTo>
                  <a:cubicBezTo>
                    <a:pt x="0" y="21316"/>
                    <a:pt x="3056" y="13937"/>
                    <a:pt x="8497" y="8497"/>
                  </a:cubicBezTo>
                  <a:cubicBezTo>
                    <a:pt x="13937" y="3056"/>
                    <a:pt x="21316" y="0"/>
                    <a:pt x="29010" y="0"/>
                  </a:cubicBezTo>
                  <a:close/>
                </a:path>
              </a:pathLst>
            </a:custGeom>
            <a:solidFill>
              <a:srgbClr val="FFFFFF">
                <a:alpha val="18824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757149" cy="14790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260827" y="2960746"/>
            <a:ext cx="6671676" cy="1079955"/>
            <a:chOff x="0" y="0"/>
            <a:chExt cx="1757149" cy="28443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57149" cy="284433"/>
            </a:xfrm>
            <a:custGeom>
              <a:avLst/>
              <a:gdLst/>
              <a:ahLst/>
              <a:cxnLst/>
              <a:rect r="r" b="b" t="t" l="l"/>
              <a:pathLst>
                <a:path h="284433" w="1757149">
                  <a:moveTo>
                    <a:pt x="29010" y="0"/>
                  </a:moveTo>
                  <a:lnTo>
                    <a:pt x="1728139" y="0"/>
                  </a:lnTo>
                  <a:cubicBezTo>
                    <a:pt x="1744161" y="0"/>
                    <a:pt x="1757149" y="12988"/>
                    <a:pt x="1757149" y="29010"/>
                  </a:cubicBezTo>
                  <a:lnTo>
                    <a:pt x="1757149" y="255422"/>
                  </a:lnTo>
                  <a:cubicBezTo>
                    <a:pt x="1757149" y="271444"/>
                    <a:pt x="1744161" y="284433"/>
                    <a:pt x="1728139" y="284433"/>
                  </a:cubicBezTo>
                  <a:lnTo>
                    <a:pt x="29010" y="284433"/>
                  </a:lnTo>
                  <a:cubicBezTo>
                    <a:pt x="21316" y="284433"/>
                    <a:pt x="13937" y="281376"/>
                    <a:pt x="8497" y="275936"/>
                  </a:cubicBezTo>
                  <a:cubicBezTo>
                    <a:pt x="3056" y="270495"/>
                    <a:pt x="0" y="263116"/>
                    <a:pt x="0" y="255422"/>
                  </a:cubicBezTo>
                  <a:lnTo>
                    <a:pt x="0" y="29010"/>
                  </a:lnTo>
                  <a:cubicBezTo>
                    <a:pt x="0" y="21316"/>
                    <a:pt x="3056" y="13937"/>
                    <a:pt x="8497" y="8497"/>
                  </a:cubicBezTo>
                  <a:cubicBezTo>
                    <a:pt x="13937" y="3056"/>
                    <a:pt x="21316" y="0"/>
                    <a:pt x="29010" y="0"/>
                  </a:cubicBezTo>
                  <a:close/>
                </a:path>
              </a:pathLst>
            </a:custGeom>
            <a:solidFill>
              <a:srgbClr val="FFFFFF">
                <a:alpha val="18824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757149" cy="341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5730249" y="701300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3C5017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74934" y="3255760"/>
            <a:ext cx="6043461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FFFFFF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REQUISITOS FUNCIONAIS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92700" y="4390999"/>
            <a:ext cx="5749495" cy="3263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5250"/>
              </a:lnSpc>
              <a:buFont typeface="Arial"/>
              <a:buChar char="•"/>
            </a:pPr>
            <a:r>
              <a:rPr lang="en-US" sz="2100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VISUALIZAR PARQUES</a:t>
            </a:r>
          </a:p>
          <a:p>
            <a:pPr algn="just" marL="453390" indent="-226695" lvl="1">
              <a:lnSpc>
                <a:spcPts val="5250"/>
              </a:lnSpc>
              <a:buFont typeface="Arial"/>
              <a:buChar char="•"/>
            </a:pPr>
            <a:r>
              <a:rPr lang="en-US" sz="2100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VISUALIZAR EVENTOS</a:t>
            </a:r>
          </a:p>
          <a:p>
            <a:pPr algn="just" marL="453390" indent="-226695" lvl="1">
              <a:lnSpc>
                <a:spcPts val="5250"/>
              </a:lnSpc>
              <a:buFont typeface="Arial"/>
              <a:buChar char="•"/>
            </a:pPr>
            <a:r>
              <a:rPr lang="en-US" sz="2100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PORTAL DO ADMINISTRADOR</a:t>
            </a:r>
          </a:p>
          <a:p>
            <a:pPr algn="just" marL="453390" indent="-226695" lvl="1">
              <a:lnSpc>
                <a:spcPts val="5250"/>
              </a:lnSpc>
              <a:buFont typeface="Arial"/>
              <a:buChar char="•"/>
            </a:pPr>
            <a:r>
              <a:rPr lang="en-US" sz="2100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CADASTRO DE EVENTO</a:t>
            </a:r>
          </a:p>
          <a:p>
            <a:pPr algn="just" marL="453390" indent="-226695" lvl="1">
              <a:lnSpc>
                <a:spcPts val="5250"/>
              </a:lnSpc>
              <a:buFont typeface="Arial"/>
              <a:buChar char="•"/>
            </a:pPr>
            <a:r>
              <a:rPr lang="en-US" sz="2100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LISTAGEM DE EVENTO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3655357" y="872671"/>
            <a:ext cx="10977287" cy="312059"/>
            <a:chOff x="0" y="0"/>
            <a:chExt cx="14636382" cy="416079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-57150"/>
              <a:ext cx="2216733" cy="470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71"/>
                </a:lnSpc>
                <a:spcBef>
                  <a:spcPct val="0"/>
                </a:spcBef>
              </a:pPr>
              <a:r>
                <a:rPr lang="en-US" sz="2051" spc="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Home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669819" y="-54199"/>
              <a:ext cx="2542777" cy="470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71"/>
                </a:lnSpc>
                <a:spcBef>
                  <a:spcPct val="0"/>
                </a:spcBef>
              </a:pPr>
              <a:r>
                <a:rPr lang="en-US" sz="2051" spc="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Sobre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5669796" y="-54199"/>
              <a:ext cx="2118920" cy="470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71"/>
                </a:lnSpc>
                <a:spcBef>
                  <a:spcPct val="0"/>
                </a:spcBef>
              </a:pPr>
              <a:r>
                <a:rPr lang="en-US" b="true" sz="2051" spc="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Requisitos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8245915" y="-57150"/>
              <a:ext cx="2966633" cy="470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71"/>
                </a:lnSpc>
                <a:spcBef>
                  <a:spcPct val="0"/>
                </a:spcBef>
              </a:pPr>
              <a:r>
                <a:rPr lang="en-US" sz="2051" spc="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Wireframe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11669749" y="-57150"/>
              <a:ext cx="2966633" cy="470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71"/>
                </a:lnSpc>
                <a:spcBef>
                  <a:spcPct val="0"/>
                </a:spcBef>
              </a:pPr>
              <a:r>
                <a:rPr lang="en-US" sz="2051" spc="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Projeto</a:t>
              </a: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525004" y="569951"/>
            <a:ext cx="2589762" cy="937494"/>
          </a:xfrm>
          <a:custGeom>
            <a:avLst/>
            <a:gdLst/>
            <a:ahLst/>
            <a:cxnLst/>
            <a:rect r="r" b="b" t="t" l="l"/>
            <a:pathLst>
              <a:path h="937494" w="2589762">
                <a:moveTo>
                  <a:pt x="0" y="0"/>
                </a:moveTo>
                <a:lnTo>
                  <a:pt x="2589762" y="0"/>
                </a:lnTo>
                <a:lnTo>
                  <a:pt x="2589762" y="937494"/>
                </a:lnTo>
                <a:lnTo>
                  <a:pt x="0" y="9374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D3216">
                <a:alpha val="100000"/>
              </a:srgbClr>
            </a:gs>
            <a:gs pos="100000">
              <a:srgbClr val="42504E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81179" y="633618"/>
            <a:ext cx="1919429" cy="566532"/>
            <a:chOff x="0" y="0"/>
            <a:chExt cx="505529" cy="149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solidFill>
              <a:srgbClr val="94BF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484177" y="2709240"/>
            <a:ext cx="7543891" cy="8058182"/>
            <a:chOff x="0" y="0"/>
            <a:chExt cx="1168746" cy="12484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68746" cy="1248423"/>
            </a:xfrm>
            <a:custGeom>
              <a:avLst/>
              <a:gdLst/>
              <a:ahLst/>
              <a:cxnLst/>
              <a:rect r="r" b="b" t="t" l="l"/>
              <a:pathLst>
                <a:path h="1248423" w="1168746">
                  <a:moveTo>
                    <a:pt x="33866" y="0"/>
                  </a:moveTo>
                  <a:lnTo>
                    <a:pt x="1134880" y="0"/>
                  </a:lnTo>
                  <a:cubicBezTo>
                    <a:pt x="1143862" y="0"/>
                    <a:pt x="1152476" y="3568"/>
                    <a:pt x="1158827" y="9919"/>
                  </a:cubicBezTo>
                  <a:cubicBezTo>
                    <a:pt x="1165178" y="16270"/>
                    <a:pt x="1168746" y="24884"/>
                    <a:pt x="1168746" y="33866"/>
                  </a:cubicBezTo>
                  <a:lnTo>
                    <a:pt x="1168746" y="1214557"/>
                  </a:lnTo>
                  <a:cubicBezTo>
                    <a:pt x="1168746" y="1223539"/>
                    <a:pt x="1165178" y="1232153"/>
                    <a:pt x="1158827" y="1238504"/>
                  </a:cubicBezTo>
                  <a:cubicBezTo>
                    <a:pt x="1152476" y="1244855"/>
                    <a:pt x="1143862" y="1248423"/>
                    <a:pt x="1134880" y="1248423"/>
                  </a:cubicBezTo>
                  <a:lnTo>
                    <a:pt x="33866" y="1248423"/>
                  </a:lnTo>
                  <a:cubicBezTo>
                    <a:pt x="24884" y="1248423"/>
                    <a:pt x="16270" y="1244855"/>
                    <a:pt x="9919" y="1238504"/>
                  </a:cubicBezTo>
                  <a:cubicBezTo>
                    <a:pt x="3568" y="1232153"/>
                    <a:pt x="0" y="1223539"/>
                    <a:pt x="0" y="1214557"/>
                  </a:cubicBezTo>
                  <a:lnTo>
                    <a:pt x="0" y="33866"/>
                  </a:lnTo>
                  <a:cubicBezTo>
                    <a:pt x="0" y="24884"/>
                    <a:pt x="3568" y="16270"/>
                    <a:pt x="9919" y="9919"/>
                  </a:cubicBezTo>
                  <a:cubicBezTo>
                    <a:pt x="16270" y="3568"/>
                    <a:pt x="24884" y="0"/>
                    <a:pt x="33866" y="0"/>
                  </a:cubicBezTo>
                  <a:close/>
                </a:path>
              </a:pathLst>
            </a:custGeom>
            <a:blipFill>
              <a:blip r:embed="rId2"/>
              <a:stretch>
                <a:fillRect l="-21211" t="0" r="-21211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6729752" y="8761687"/>
            <a:ext cx="759948" cy="759948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AE838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5400000">
            <a:off x="16982707" y="8978406"/>
            <a:ext cx="241617" cy="326509"/>
          </a:xfrm>
          <a:custGeom>
            <a:avLst/>
            <a:gdLst/>
            <a:ahLst/>
            <a:cxnLst/>
            <a:rect r="r" b="b" t="t" l="l"/>
            <a:pathLst>
              <a:path h="326509" w="241617">
                <a:moveTo>
                  <a:pt x="0" y="0"/>
                </a:moveTo>
                <a:lnTo>
                  <a:pt x="241617" y="0"/>
                </a:lnTo>
                <a:lnTo>
                  <a:pt x="241617" y="326509"/>
                </a:lnTo>
                <a:lnTo>
                  <a:pt x="0" y="3265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5730249" y="701300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3C5017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074284" y="2933065"/>
            <a:ext cx="6671676" cy="5398785"/>
            <a:chOff x="0" y="0"/>
            <a:chExt cx="1757149" cy="142190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57149" cy="1421902"/>
            </a:xfrm>
            <a:custGeom>
              <a:avLst/>
              <a:gdLst/>
              <a:ahLst/>
              <a:cxnLst/>
              <a:rect r="r" b="b" t="t" l="l"/>
              <a:pathLst>
                <a:path h="1421902" w="1757149">
                  <a:moveTo>
                    <a:pt x="29010" y="0"/>
                  </a:moveTo>
                  <a:lnTo>
                    <a:pt x="1728139" y="0"/>
                  </a:lnTo>
                  <a:cubicBezTo>
                    <a:pt x="1744161" y="0"/>
                    <a:pt x="1757149" y="12988"/>
                    <a:pt x="1757149" y="29010"/>
                  </a:cubicBezTo>
                  <a:lnTo>
                    <a:pt x="1757149" y="1392892"/>
                  </a:lnTo>
                  <a:cubicBezTo>
                    <a:pt x="1757149" y="1400586"/>
                    <a:pt x="1754093" y="1407965"/>
                    <a:pt x="1748652" y="1413405"/>
                  </a:cubicBezTo>
                  <a:cubicBezTo>
                    <a:pt x="1743212" y="1418846"/>
                    <a:pt x="1735833" y="1421902"/>
                    <a:pt x="1728139" y="1421902"/>
                  </a:cubicBezTo>
                  <a:lnTo>
                    <a:pt x="29010" y="1421902"/>
                  </a:lnTo>
                  <a:cubicBezTo>
                    <a:pt x="21316" y="1421902"/>
                    <a:pt x="13937" y="1418846"/>
                    <a:pt x="8497" y="1413405"/>
                  </a:cubicBezTo>
                  <a:cubicBezTo>
                    <a:pt x="3056" y="1407965"/>
                    <a:pt x="0" y="1400586"/>
                    <a:pt x="0" y="1392892"/>
                  </a:cubicBezTo>
                  <a:lnTo>
                    <a:pt x="0" y="29010"/>
                  </a:lnTo>
                  <a:cubicBezTo>
                    <a:pt x="0" y="21316"/>
                    <a:pt x="3056" y="13937"/>
                    <a:pt x="8497" y="8497"/>
                  </a:cubicBezTo>
                  <a:cubicBezTo>
                    <a:pt x="13937" y="3056"/>
                    <a:pt x="21316" y="0"/>
                    <a:pt x="29010" y="0"/>
                  </a:cubicBezTo>
                  <a:close/>
                </a:path>
              </a:pathLst>
            </a:custGeom>
            <a:solidFill>
              <a:srgbClr val="FFFFFF">
                <a:alpha val="18824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757149" cy="14790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074284" y="2933065"/>
            <a:ext cx="6671676" cy="1079955"/>
            <a:chOff x="0" y="0"/>
            <a:chExt cx="1757149" cy="28443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57149" cy="284433"/>
            </a:xfrm>
            <a:custGeom>
              <a:avLst/>
              <a:gdLst/>
              <a:ahLst/>
              <a:cxnLst/>
              <a:rect r="r" b="b" t="t" l="l"/>
              <a:pathLst>
                <a:path h="284433" w="1757149">
                  <a:moveTo>
                    <a:pt x="29010" y="0"/>
                  </a:moveTo>
                  <a:lnTo>
                    <a:pt x="1728139" y="0"/>
                  </a:lnTo>
                  <a:cubicBezTo>
                    <a:pt x="1744161" y="0"/>
                    <a:pt x="1757149" y="12988"/>
                    <a:pt x="1757149" y="29010"/>
                  </a:cubicBezTo>
                  <a:lnTo>
                    <a:pt x="1757149" y="255422"/>
                  </a:lnTo>
                  <a:cubicBezTo>
                    <a:pt x="1757149" y="271444"/>
                    <a:pt x="1744161" y="284433"/>
                    <a:pt x="1728139" y="284433"/>
                  </a:cubicBezTo>
                  <a:lnTo>
                    <a:pt x="29010" y="284433"/>
                  </a:lnTo>
                  <a:cubicBezTo>
                    <a:pt x="21316" y="284433"/>
                    <a:pt x="13937" y="281376"/>
                    <a:pt x="8497" y="275936"/>
                  </a:cubicBezTo>
                  <a:cubicBezTo>
                    <a:pt x="3056" y="270495"/>
                    <a:pt x="0" y="263116"/>
                    <a:pt x="0" y="255422"/>
                  </a:cubicBezTo>
                  <a:lnTo>
                    <a:pt x="0" y="29010"/>
                  </a:lnTo>
                  <a:cubicBezTo>
                    <a:pt x="0" y="21316"/>
                    <a:pt x="3056" y="13937"/>
                    <a:pt x="8497" y="8497"/>
                  </a:cubicBezTo>
                  <a:cubicBezTo>
                    <a:pt x="13937" y="3056"/>
                    <a:pt x="21316" y="0"/>
                    <a:pt x="29010" y="0"/>
                  </a:cubicBezTo>
                  <a:close/>
                </a:path>
              </a:pathLst>
            </a:custGeom>
            <a:solidFill>
              <a:srgbClr val="FFFFFF">
                <a:alpha val="18824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757149" cy="341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388392" y="3228079"/>
            <a:ext cx="6043461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FFFFFF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REQUISITOS NÃO FUNCIONAIS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606158" y="4363319"/>
            <a:ext cx="5749495" cy="3263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5250"/>
              </a:lnSpc>
              <a:buFont typeface="Arial"/>
              <a:buChar char="•"/>
            </a:pPr>
            <a:r>
              <a:rPr lang="en-US" sz="2100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SEGURANÇA</a:t>
            </a:r>
          </a:p>
          <a:p>
            <a:pPr algn="just" marL="453390" indent="-226695" lvl="1">
              <a:lnSpc>
                <a:spcPts val="5250"/>
              </a:lnSpc>
              <a:buFont typeface="Arial"/>
              <a:buChar char="•"/>
            </a:pPr>
            <a:r>
              <a:rPr lang="en-US" sz="2100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DESEMPENHO</a:t>
            </a:r>
          </a:p>
          <a:p>
            <a:pPr algn="just" marL="453390" indent="-226695" lvl="1">
              <a:lnSpc>
                <a:spcPts val="5250"/>
              </a:lnSpc>
              <a:buFont typeface="Arial"/>
              <a:buChar char="•"/>
            </a:pPr>
            <a:r>
              <a:rPr lang="en-US" sz="2100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ARMAZENAMENTO</a:t>
            </a:r>
          </a:p>
          <a:p>
            <a:pPr algn="just" marL="453390" indent="-226695" lvl="1">
              <a:lnSpc>
                <a:spcPts val="5250"/>
              </a:lnSpc>
              <a:buFont typeface="Arial"/>
              <a:buChar char="•"/>
            </a:pPr>
            <a:r>
              <a:rPr lang="en-US" sz="2100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NAVEGAÇÃO INTUITIVA</a:t>
            </a:r>
          </a:p>
          <a:p>
            <a:pPr algn="just" marL="453390" indent="-226695" lvl="1">
              <a:lnSpc>
                <a:spcPts val="5250"/>
              </a:lnSpc>
              <a:buFont typeface="Arial"/>
              <a:buChar char="•"/>
            </a:pPr>
            <a:r>
              <a:rPr lang="en-US" sz="2100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MANUTENIBILIDADE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28700" y="507592"/>
            <a:ext cx="13603943" cy="937494"/>
            <a:chOff x="0" y="0"/>
            <a:chExt cx="18138591" cy="12499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453016" cy="1249992"/>
            </a:xfrm>
            <a:custGeom>
              <a:avLst/>
              <a:gdLst/>
              <a:ahLst/>
              <a:cxnLst/>
              <a:rect r="r" b="b" t="t" l="l"/>
              <a:pathLst>
                <a:path h="1249992" w="3453016">
                  <a:moveTo>
                    <a:pt x="0" y="0"/>
                  </a:moveTo>
                  <a:lnTo>
                    <a:pt x="3453016" y="0"/>
                  </a:lnTo>
                  <a:lnTo>
                    <a:pt x="3453016" y="1249992"/>
                  </a:lnTo>
                  <a:lnTo>
                    <a:pt x="0" y="12499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3502209" y="429622"/>
              <a:ext cx="2216733" cy="470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71"/>
                </a:lnSpc>
                <a:spcBef>
                  <a:spcPct val="0"/>
                </a:spcBef>
              </a:pPr>
              <a:r>
                <a:rPr lang="en-US" sz="2051" spc="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Home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6172028" y="432573"/>
              <a:ext cx="2542777" cy="470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71"/>
                </a:lnSpc>
                <a:spcBef>
                  <a:spcPct val="0"/>
                </a:spcBef>
              </a:pPr>
              <a:r>
                <a:rPr lang="en-US" sz="2051" spc="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Sobre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9172005" y="432573"/>
              <a:ext cx="2118920" cy="470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71"/>
                </a:lnSpc>
                <a:spcBef>
                  <a:spcPct val="0"/>
                </a:spcBef>
              </a:pPr>
              <a:r>
                <a:rPr lang="en-US" b="true" sz="2051" spc="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Requisitos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11748124" y="429622"/>
              <a:ext cx="2966633" cy="470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71"/>
                </a:lnSpc>
                <a:spcBef>
                  <a:spcPct val="0"/>
                </a:spcBef>
              </a:pPr>
              <a:r>
                <a:rPr lang="en-US" sz="2051" spc="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Wireframe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15171958" y="429622"/>
              <a:ext cx="2966633" cy="470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71"/>
                </a:lnSpc>
                <a:spcBef>
                  <a:spcPct val="0"/>
                </a:spcBef>
              </a:pPr>
              <a:r>
                <a:rPr lang="en-US" sz="2051" spc="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Projeto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D3216">
                <a:alpha val="100000"/>
              </a:srgbClr>
            </a:gs>
            <a:gs pos="100000">
              <a:srgbClr val="42504E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81179" y="633618"/>
            <a:ext cx="1919429" cy="566532"/>
            <a:chOff x="0" y="0"/>
            <a:chExt cx="505529" cy="149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solidFill>
              <a:srgbClr val="94BF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440894" y="8099934"/>
            <a:ext cx="1158366" cy="115836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AE83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5400000">
            <a:off x="16835932" y="8430273"/>
            <a:ext cx="368289" cy="497688"/>
          </a:xfrm>
          <a:custGeom>
            <a:avLst/>
            <a:gdLst/>
            <a:ahLst/>
            <a:cxnLst/>
            <a:rect r="r" b="b" t="t" l="l"/>
            <a:pathLst>
              <a:path h="497688" w="368289">
                <a:moveTo>
                  <a:pt x="0" y="0"/>
                </a:moveTo>
                <a:lnTo>
                  <a:pt x="368290" y="0"/>
                </a:lnTo>
                <a:lnTo>
                  <a:pt x="368290" y="497688"/>
                </a:lnTo>
                <a:lnTo>
                  <a:pt x="0" y="4976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191800" y="559953"/>
            <a:ext cx="13603943" cy="937494"/>
            <a:chOff x="0" y="0"/>
            <a:chExt cx="18138591" cy="124999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53016" cy="1249992"/>
            </a:xfrm>
            <a:custGeom>
              <a:avLst/>
              <a:gdLst/>
              <a:ahLst/>
              <a:cxnLst/>
              <a:rect r="r" b="b" t="t" l="l"/>
              <a:pathLst>
                <a:path h="1249992" w="3453016">
                  <a:moveTo>
                    <a:pt x="0" y="0"/>
                  </a:moveTo>
                  <a:lnTo>
                    <a:pt x="3453016" y="0"/>
                  </a:lnTo>
                  <a:lnTo>
                    <a:pt x="3453016" y="1249992"/>
                  </a:lnTo>
                  <a:lnTo>
                    <a:pt x="0" y="12499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3502209" y="429622"/>
              <a:ext cx="2216733" cy="470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71"/>
                </a:lnSpc>
                <a:spcBef>
                  <a:spcPct val="0"/>
                </a:spcBef>
              </a:pPr>
              <a:r>
                <a:rPr lang="en-US" sz="2051" spc="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Home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6172028" y="432573"/>
              <a:ext cx="2542777" cy="470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71"/>
                </a:lnSpc>
                <a:spcBef>
                  <a:spcPct val="0"/>
                </a:spcBef>
              </a:pPr>
              <a:r>
                <a:rPr lang="en-US" sz="2051" spc="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Sobre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9172005" y="432573"/>
              <a:ext cx="2118920" cy="470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71"/>
                </a:lnSpc>
                <a:spcBef>
                  <a:spcPct val="0"/>
                </a:spcBef>
              </a:pPr>
              <a:r>
                <a:rPr lang="en-US" sz="2051" spc="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Requisitos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1748124" y="429622"/>
              <a:ext cx="2966633" cy="470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71"/>
                </a:lnSpc>
                <a:spcBef>
                  <a:spcPct val="0"/>
                </a:spcBef>
              </a:pPr>
              <a:r>
                <a:rPr lang="en-US" b="true" sz="2051" spc="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Wireframe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5171958" y="429622"/>
              <a:ext cx="2966633" cy="470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71"/>
                </a:lnSpc>
                <a:spcBef>
                  <a:spcPct val="0"/>
                </a:spcBef>
              </a:pPr>
              <a:r>
                <a:rPr lang="en-US" sz="2051" spc="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Projeto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3752415" y="1655017"/>
            <a:ext cx="4081878" cy="8379426"/>
          </a:xfrm>
          <a:custGeom>
            <a:avLst/>
            <a:gdLst/>
            <a:ahLst/>
            <a:cxnLst/>
            <a:rect r="r" b="b" t="t" l="l"/>
            <a:pathLst>
              <a:path h="8379426" w="4081878">
                <a:moveTo>
                  <a:pt x="0" y="0"/>
                </a:moveTo>
                <a:lnTo>
                  <a:pt x="4081878" y="0"/>
                </a:lnTo>
                <a:lnTo>
                  <a:pt x="4081878" y="8379426"/>
                </a:lnTo>
                <a:lnTo>
                  <a:pt x="0" y="83794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87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799783" y="1744230"/>
            <a:ext cx="4736815" cy="8201000"/>
          </a:xfrm>
          <a:custGeom>
            <a:avLst/>
            <a:gdLst/>
            <a:ahLst/>
            <a:cxnLst/>
            <a:rect r="r" b="b" t="t" l="l"/>
            <a:pathLst>
              <a:path h="8201000" w="4736815">
                <a:moveTo>
                  <a:pt x="0" y="0"/>
                </a:moveTo>
                <a:lnTo>
                  <a:pt x="4736814" y="0"/>
                </a:lnTo>
                <a:lnTo>
                  <a:pt x="4736814" y="8201000"/>
                </a:lnTo>
                <a:lnTo>
                  <a:pt x="0" y="8201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5730249" y="701300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3C5017"/>
                </a:solidFill>
                <a:latin typeface="Poppins Bold"/>
                <a:ea typeface="Poppins Bold"/>
                <a:cs typeface="Poppins Bold"/>
                <a:sym typeface="Poppins Bol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D3216">
                <a:alpha val="100000"/>
              </a:srgbClr>
            </a:gs>
            <a:gs pos="100000">
              <a:srgbClr val="42504E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81179" y="633618"/>
            <a:ext cx="1919429" cy="566532"/>
            <a:chOff x="0" y="0"/>
            <a:chExt cx="505529" cy="149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solidFill>
              <a:srgbClr val="94BF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806528" y="9094855"/>
            <a:ext cx="934844" cy="93484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AE83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5400000">
            <a:off x="17125339" y="9361451"/>
            <a:ext cx="297223" cy="401653"/>
          </a:xfrm>
          <a:custGeom>
            <a:avLst/>
            <a:gdLst/>
            <a:ahLst/>
            <a:cxnLst/>
            <a:rect r="r" b="b" t="t" l="l"/>
            <a:pathLst>
              <a:path h="401653" w="297223">
                <a:moveTo>
                  <a:pt x="0" y="0"/>
                </a:moveTo>
                <a:lnTo>
                  <a:pt x="297223" y="0"/>
                </a:lnTo>
                <a:lnTo>
                  <a:pt x="297223" y="401653"/>
                </a:lnTo>
                <a:lnTo>
                  <a:pt x="0" y="4016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191800" y="559953"/>
            <a:ext cx="13603943" cy="937494"/>
            <a:chOff x="0" y="0"/>
            <a:chExt cx="18138591" cy="124999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53016" cy="1249992"/>
            </a:xfrm>
            <a:custGeom>
              <a:avLst/>
              <a:gdLst/>
              <a:ahLst/>
              <a:cxnLst/>
              <a:rect r="r" b="b" t="t" l="l"/>
              <a:pathLst>
                <a:path h="1249992" w="3453016">
                  <a:moveTo>
                    <a:pt x="0" y="0"/>
                  </a:moveTo>
                  <a:lnTo>
                    <a:pt x="3453016" y="0"/>
                  </a:lnTo>
                  <a:lnTo>
                    <a:pt x="3453016" y="1249992"/>
                  </a:lnTo>
                  <a:lnTo>
                    <a:pt x="0" y="12499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3502209" y="429622"/>
              <a:ext cx="2216733" cy="470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71"/>
                </a:lnSpc>
                <a:spcBef>
                  <a:spcPct val="0"/>
                </a:spcBef>
              </a:pPr>
              <a:r>
                <a:rPr lang="en-US" sz="2051" spc="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Home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6172028" y="432573"/>
              <a:ext cx="2542777" cy="470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71"/>
                </a:lnSpc>
                <a:spcBef>
                  <a:spcPct val="0"/>
                </a:spcBef>
              </a:pPr>
              <a:r>
                <a:rPr lang="en-US" sz="2051" spc="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Sobre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9172005" y="432573"/>
              <a:ext cx="2118920" cy="470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71"/>
                </a:lnSpc>
                <a:spcBef>
                  <a:spcPct val="0"/>
                </a:spcBef>
              </a:pPr>
              <a:r>
                <a:rPr lang="en-US" sz="2051" spc="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Requisitos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1748124" y="429622"/>
              <a:ext cx="2966633" cy="470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71"/>
                </a:lnSpc>
                <a:spcBef>
                  <a:spcPct val="0"/>
                </a:spcBef>
              </a:pPr>
              <a:r>
                <a:rPr lang="en-US" b="true" sz="2051" spc="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Wireframe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5171958" y="429622"/>
              <a:ext cx="2966633" cy="470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71"/>
                </a:lnSpc>
                <a:spcBef>
                  <a:spcPct val="0"/>
                </a:spcBef>
              </a:pPr>
              <a:r>
                <a:rPr lang="en-US" sz="2051" spc="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Projeto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785489" y="2107585"/>
            <a:ext cx="6497465" cy="7306081"/>
          </a:xfrm>
          <a:custGeom>
            <a:avLst/>
            <a:gdLst/>
            <a:ahLst/>
            <a:cxnLst/>
            <a:rect r="r" b="b" t="t" l="l"/>
            <a:pathLst>
              <a:path h="7306081" w="6497465">
                <a:moveTo>
                  <a:pt x="0" y="0"/>
                </a:moveTo>
                <a:lnTo>
                  <a:pt x="6497465" y="0"/>
                </a:lnTo>
                <a:lnTo>
                  <a:pt x="6497465" y="7306080"/>
                </a:lnTo>
                <a:lnTo>
                  <a:pt x="0" y="73060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985952" y="1704344"/>
            <a:ext cx="4809791" cy="8112561"/>
          </a:xfrm>
          <a:custGeom>
            <a:avLst/>
            <a:gdLst/>
            <a:ahLst/>
            <a:cxnLst/>
            <a:rect r="r" b="b" t="t" l="l"/>
            <a:pathLst>
              <a:path h="8112561" w="4809791">
                <a:moveTo>
                  <a:pt x="0" y="0"/>
                </a:moveTo>
                <a:lnTo>
                  <a:pt x="4809791" y="0"/>
                </a:lnTo>
                <a:lnTo>
                  <a:pt x="4809791" y="8112562"/>
                </a:lnTo>
                <a:lnTo>
                  <a:pt x="0" y="81125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5730249" y="701300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3C5017"/>
                </a:solidFill>
                <a:latin typeface="Poppins Bold"/>
                <a:ea typeface="Poppins Bold"/>
                <a:cs typeface="Poppins Bold"/>
                <a:sym typeface="Poppins Bol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D3216">
                <a:alpha val="100000"/>
              </a:srgbClr>
            </a:gs>
            <a:gs pos="100000">
              <a:srgbClr val="42504E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81179" y="633618"/>
            <a:ext cx="1919429" cy="566532"/>
            <a:chOff x="0" y="0"/>
            <a:chExt cx="505529" cy="149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solidFill>
              <a:srgbClr val="94BF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729752" y="8761687"/>
            <a:ext cx="759948" cy="75994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AE83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5400000">
            <a:off x="16982707" y="8978406"/>
            <a:ext cx="241617" cy="326509"/>
          </a:xfrm>
          <a:custGeom>
            <a:avLst/>
            <a:gdLst/>
            <a:ahLst/>
            <a:cxnLst/>
            <a:rect r="r" b="b" t="t" l="l"/>
            <a:pathLst>
              <a:path h="326509" w="241617">
                <a:moveTo>
                  <a:pt x="0" y="0"/>
                </a:moveTo>
                <a:lnTo>
                  <a:pt x="241617" y="0"/>
                </a:lnTo>
                <a:lnTo>
                  <a:pt x="241617" y="326509"/>
                </a:lnTo>
                <a:lnTo>
                  <a:pt x="0" y="3265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191800" y="559953"/>
            <a:ext cx="13603943" cy="937494"/>
            <a:chOff x="0" y="0"/>
            <a:chExt cx="18138591" cy="124999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53016" cy="1249992"/>
            </a:xfrm>
            <a:custGeom>
              <a:avLst/>
              <a:gdLst/>
              <a:ahLst/>
              <a:cxnLst/>
              <a:rect r="r" b="b" t="t" l="l"/>
              <a:pathLst>
                <a:path h="1249992" w="3453016">
                  <a:moveTo>
                    <a:pt x="0" y="0"/>
                  </a:moveTo>
                  <a:lnTo>
                    <a:pt x="3453016" y="0"/>
                  </a:lnTo>
                  <a:lnTo>
                    <a:pt x="3453016" y="1249992"/>
                  </a:lnTo>
                  <a:lnTo>
                    <a:pt x="0" y="12499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3502209" y="429622"/>
              <a:ext cx="2216733" cy="470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71"/>
                </a:lnSpc>
                <a:spcBef>
                  <a:spcPct val="0"/>
                </a:spcBef>
              </a:pPr>
              <a:r>
                <a:rPr lang="en-US" sz="2051" spc="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Home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6172028" y="432573"/>
              <a:ext cx="2542777" cy="470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71"/>
                </a:lnSpc>
                <a:spcBef>
                  <a:spcPct val="0"/>
                </a:spcBef>
              </a:pPr>
              <a:r>
                <a:rPr lang="en-US" sz="2051" spc="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Sobre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9172005" y="432573"/>
              <a:ext cx="2118920" cy="470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71"/>
                </a:lnSpc>
                <a:spcBef>
                  <a:spcPct val="0"/>
                </a:spcBef>
              </a:pPr>
              <a:r>
                <a:rPr lang="en-US" sz="2051" spc="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Requisitos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1748124" y="429622"/>
              <a:ext cx="2966633" cy="470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71"/>
                </a:lnSpc>
                <a:spcBef>
                  <a:spcPct val="0"/>
                </a:spcBef>
              </a:pPr>
              <a:r>
                <a:rPr lang="en-US" sz="2051" spc="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Wireframe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5171958" y="429622"/>
              <a:ext cx="2966633" cy="470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71"/>
                </a:lnSpc>
                <a:spcBef>
                  <a:spcPct val="0"/>
                </a:spcBef>
              </a:pPr>
              <a:r>
                <a:rPr lang="en-US" b="true" sz="2051" spc="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Projeto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5730249" y="701300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3C5017"/>
                </a:solidFill>
                <a:latin typeface="Poppins Bold"/>
                <a:ea typeface="Poppins Bold"/>
                <a:cs typeface="Poppins Bold"/>
                <a:sym typeface="Poppins Bold"/>
              </a:rPr>
              <a:t>07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29062" y="2442004"/>
            <a:ext cx="15960638" cy="1120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6"/>
              </a:lnSpc>
            </a:pPr>
            <a:r>
              <a:rPr lang="en-US" sz="7302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Tecnologias: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078217" y="3859666"/>
            <a:ext cx="6651535" cy="3525501"/>
            <a:chOff x="0" y="0"/>
            <a:chExt cx="8868713" cy="4700668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8868713" cy="4700668"/>
              <a:chOff x="0" y="0"/>
              <a:chExt cx="1751844" cy="928527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751844" cy="928527"/>
              </a:xfrm>
              <a:custGeom>
                <a:avLst/>
                <a:gdLst/>
                <a:ahLst/>
                <a:cxnLst/>
                <a:rect r="r" b="b" t="t" l="l"/>
                <a:pathLst>
                  <a:path h="928527" w="1751844">
                    <a:moveTo>
                      <a:pt x="59360" y="0"/>
                    </a:moveTo>
                    <a:lnTo>
                      <a:pt x="1692484" y="0"/>
                    </a:lnTo>
                    <a:cubicBezTo>
                      <a:pt x="1725268" y="0"/>
                      <a:pt x="1751844" y="26577"/>
                      <a:pt x="1751844" y="59360"/>
                    </a:cubicBezTo>
                    <a:lnTo>
                      <a:pt x="1751844" y="869167"/>
                    </a:lnTo>
                    <a:cubicBezTo>
                      <a:pt x="1751844" y="901950"/>
                      <a:pt x="1725268" y="928527"/>
                      <a:pt x="1692484" y="928527"/>
                    </a:cubicBezTo>
                    <a:lnTo>
                      <a:pt x="59360" y="928527"/>
                    </a:lnTo>
                    <a:cubicBezTo>
                      <a:pt x="26577" y="928527"/>
                      <a:pt x="0" y="901950"/>
                      <a:pt x="0" y="869167"/>
                    </a:cubicBezTo>
                    <a:lnTo>
                      <a:pt x="0" y="59360"/>
                    </a:lnTo>
                    <a:cubicBezTo>
                      <a:pt x="0" y="26577"/>
                      <a:pt x="26577" y="0"/>
                      <a:pt x="5936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82122">
                      <a:alpha val="100000"/>
                    </a:srgbClr>
                  </a:gs>
                  <a:gs pos="50000">
                    <a:srgbClr val="295B53">
                      <a:alpha val="100000"/>
                    </a:srgbClr>
                  </a:gs>
                  <a:gs pos="100000">
                    <a:srgbClr val="19B35C">
                      <a:alpha val="100000"/>
                    </a:srgbClr>
                  </a:gs>
                </a:gsLst>
                <a:lin ang="18900000"/>
              </a:gra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751844" cy="9666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695604" y="133350"/>
              <a:ext cx="7735510" cy="41943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3"/>
                </a:lnSpc>
              </a:pPr>
              <a:r>
                <a:rPr lang="en-US" sz="2995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NODE.JS</a:t>
              </a:r>
            </a:p>
            <a:p>
              <a:pPr algn="l">
                <a:lnSpc>
                  <a:spcPts val="4193"/>
                </a:lnSpc>
              </a:pPr>
              <a:r>
                <a:rPr lang="en-US" sz="2995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EXPRESS.JS</a:t>
              </a:r>
            </a:p>
            <a:p>
              <a:pPr algn="l">
                <a:lnSpc>
                  <a:spcPts val="4193"/>
                </a:lnSpc>
              </a:pPr>
              <a:r>
                <a:rPr lang="en-US" sz="2995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CSS</a:t>
              </a:r>
            </a:p>
            <a:p>
              <a:pPr algn="l">
                <a:lnSpc>
                  <a:spcPts val="4193"/>
                </a:lnSpc>
              </a:pPr>
              <a:r>
                <a:rPr lang="en-US" sz="2995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JAVASCRIPT</a:t>
              </a:r>
            </a:p>
            <a:p>
              <a:pPr algn="l">
                <a:lnSpc>
                  <a:spcPts val="4193"/>
                </a:lnSpc>
              </a:pPr>
              <a:r>
                <a:rPr lang="en-US" sz="2995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HTML</a:t>
              </a:r>
            </a:p>
            <a:p>
              <a:pPr algn="l">
                <a:lnSpc>
                  <a:spcPts val="4193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8961052" y="3188834"/>
            <a:ext cx="7108523" cy="670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87"/>
              </a:lnSpc>
            </a:pPr>
            <a:r>
              <a:rPr lang="en-US" sz="391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LINGUAGENS E FRAMEWORK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3176538" y="7205645"/>
            <a:ext cx="6651535" cy="1936015"/>
            <a:chOff x="0" y="0"/>
            <a:chExt cx="8868713" cy="2581354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8868713" cy="2581354"/>
              <a:chOff x="0" y="0"/>
              <a:chExt cx="1751844" cy="50989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751844" cy="509897"/>
              </a:xfrm>
              <a:custGeom>
                <a:avLst/>
                <a:gdLst/>
                <a:ahLst/>
                <a:cxnLst/>
                <a:rect r="r" b="b" t="t" l="l"/>
                <a:pathLst>
                  <a:path h="509897" w="1751844">
                    <a:moveTo>
                      <a:pt x="59360" y="0"/>
                    </a:moveTo>
                    <a:lnTo>
                      <a:pt x="1692484" y="0"/>
                    </a:lnTo>
                    <a:cubicBezTo>
                      <a:pt x="1725268" y="0"/>
                      <a:pt x="1751844" y="26577"/>
                      <a:pt x="1751844" y="59360"/>
                    </a:cubicBezTo>
                    <a:lnTo>
                      <a:pt x="1751844" y="450537"/>
                    </a:lnTo>
                    <a:cubicBezTo>
                      <a:pt x="1751844" y="466280"/>
                      <a:pt x="1745590" y="481379"/>
                      <a:pt x="1734458" y="492511"/>
                    </a:cubicBezTo>
                    <a:cubicBezTo>
                      <a:pt x="1723326" y="503643"/>
                      <a:pt x="1708227" y="509897"/>
                      <a:pt x="1692484" y="509897"/>
                    </a:cubicBezTo>
                    <a:lnTo>
                      <a:pt x="59360" y="509897"/>
                    </a:lnTo>
                    <a:cubicBezTo>
                      <a:pt x="26577" y="509897"/>
                      <a:pt x="0" y="483320"/>
                      <a:pt x="0" y="450537"/>
                    </a:cubicBezTo>
                    <a:lnTo>
                      <a:pt x="0" y="59360"/>
                    </a:lnTo>
                    <a:cubicBezTo>
                      <a:pt x="0" y="26577"/>
                      <a:pt x="26577" y="0"/>
                      <a:pt x="5936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82122">
                      <a:alpha val="100000"/>
                    </a:srgbClr>
                  </a:gs>
                  <a:gs pos="50000">
                    <a:srgbClr val="295B53">
                      <a:alpha val="100000"/>
                    </a:srgbClr>
                  </a:gs>
                  <a:gs pos="100000">
                    <a:srgbClr val="19B35C">
                      <a:alpha val="100000"/>
                    </a:srgbClr>
                  </a:gs>
                </a:gsLst>
                <a:lin ang="18900000"/>
              </a:gra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751844" cy="5479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695604" y="133350"/>
              <a:ext cx="7735510" cy="20750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3"/>
                </a:lnSpc>
              </a:pPr>
              <a:r>
                <a:rPr lang="en-US" sz="2995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VISUAL STUDIO CODE</a:t>
              </a:r>
            </a:p>
            <a:p>
              <a:pPr algn="l">
                <a:lnSpc>
                  <a:spcPts val="4193"/>
                </a:lnSpc>
              </a:pPr>
              <a:r>
                <a:rPr lang="en-US" sz="2995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CANVA</a:t>
              </a:r>
            </a:p>
            <a:p>
              <a:pPr algn="l">
                <a:lnSpc>
                  <a:spcPts val="4193"/>
                </a:lnSpc>
              </a:pPr>
              <a:r>
                <a:rPr lang="en-US" sz="2995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GITHUB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2033438" y="6534813"/>
            <a:ext cx="5276728" cy="671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87"/>
              </a:lnSpc>
            </a:pPr>
            <a:r>
              <a:rPr lang="en-US" sz="391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APLICATIVOS E SITES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D3216">
                <a:alpha val="100000"/>
              </a:srgbClr>
            </a:gs>
            <a:gs pos="100000">
              <a:srgbClr val="42504E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4110" y="0"/>
            <a:ext cx="18710712" cy="11515554"/>
          </a:xfrm>
          <a:custGeom>
            <a:avLst/>
            <a:gdLst/>
            <a:ahLst/>
            <a:cxnLst/>
            <a:rect r="r" b="b" t="t" l="l"/>
            <a:pathLst>
              <a:path h="11515554" w="18710712">
                <a:moveTo>
                  <a:pt x="0" y="0"/>
                </a:moveTo>
                <a:lnTo>
                  <a:pt x="18710713" y="0"/>
                </a:lnTo>
                <a:lnTo>
                  <a:pt x="18710713" y="11515554"/>
                </a:lnTo>
                <a:lnTo>
                  <a:pt x="0" y="115155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126" r="0" b="-412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061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22A1A">
                <a:alpha val="28627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481179" y="633618"/>
            <a:ext cx="1919429" cy="566532"/>
            <a:chOff x="0" y="0"/>
            <a:chExt cx="505529" cy="1492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solidFill>
              <a:srgbClr val="94BF4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729752" y="8761687"/>
            <a:ext cx="759948" cy="75994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AE838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5400000">
            <a:off x="16982707" y="8978406"/>
            <a:ext cx="241617" cy="326509"/>
          </a:xfrm>
          <a:custGeom>
            <a:avLst/>
            <a:gdLst/>
            <a:ahLst/>
            <a:cxnLst/>
            <a:rect r="r" b="b" t="t" l="l"/>
            <a:pathLst>
              <a:path h="326509" w="241617">
                <a:moveTo>
                  <a:pt x="0" y="0"/>
                </a:moveTo>
                <a:lnTo>
                  <a:pt x="241617" y="0"/>
                </a:lnTo>
                <a:lnTo>
                  <a:pt x="241617" y="326509"/>
                </a:lnTo>
                <a:lnTo>
                  <a:pt x="0" y="3265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191800" y="559953"/>
            <a:ext cx="13603943" cy="937494"/>
            <a:chOff x="0" y="0"/>
            <a:chExt cx="18138591" cy="12499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453016" cy="1249992"/>
            </a:xfrm>
            <a:custGeom>
              <a:avLst/>
              <a:gdLst/>
              <a:ahLst/>
              <a:cxnLst/>
              <a:rect r="r" b="b" t="t" l="l"/>
              <a:pathLst>
                <a:path h="1249992" w="3453016">
                  <a:moveTo>
                    <a:pt x="0" y="0"/>
                  </a:moveTo>
                  <a:lnTo>
                    <a:pt x="3453016" y="0"/>
                  </a:lnTo>
                  <a:lnTo>
                    <a:pt x="3453016" y="1249992"/>
                  </a:lnTo>
                  <a:lnTo>
                    <a:pt x="0" y="12499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3502209" y="429622"/>
              <a:ext cx="2216733" cy="470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71"/>
                </a:lnSpc>
                <a:spcBef>
                  <a:spcPct val="0"/>
                </a:spcBef>
              </a:pPr>
              <a:r>
                <a:rPr lang="en-US" sz="2051" spc="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Home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6172028" y="432573"/>
              <a:ext cx="2542777" cy="470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71"/>
                </a:lnSpc>
                <a:spcBef>
                  <a:spcPct val="0"/>
                </a:spcBef>
              </a:pPr>
              <a:r>
                <a:rPr lang="en-US" sz="2051" spc="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Sobre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9172005" y="432573"/>
              <a:ext cx="2118920" cy="470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71"/>
                </a:lnSpc>
                <a:spcBef>
                  <a:spcPct val="0"/>
                </a:spcBef>
              </a:pPr>
              <a:r>
                <a:rPr lang="en-US" sz="2051" spc="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Requisitos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1748124" y="429622"/>
              <a:ext cx="2966633" cy="470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71"/>
                </a:lnSpc>
                <a:spcBef>
                  <a:spcPct val="0"/>
                </a:spcBef>
              </a:pPr>
              <a:r>
                <a:rPr lang="en-US" sz="2051" spc="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Wireframe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5171958" y="429622"/>
              <a:ext cx="2966633" cy="470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71"/>
                </a:lnSpc>
                <a:spcBef>
                  <a:spcPct val="0"/>
                </a:spcBef>
              </a:pPr>
              <a:r>
                <a:rPr lang="en-US" b="true" sz="2051" spc="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Projeto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5730249" y="701300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3C5017"/>
                </a:solidFill>
                <a:latin typeface="Poppins Bold"/>
                <a:ea typeface="Poppins Bold"/>
                <a:cs typeface="Poppins Bold"/>
                <a:sym typeface="Poppins Bold"/>
              </a:rPr>
              <a:t>08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801319" y="3626082"/>
            <a:ext cx="8599855" cy="2131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40"/>
              </a:lnSpc>
            </a:pPr>
            <a:r>
              <a:rPr lang="en-US" sz="14000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SOLUÇÃO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D3216">
                <a:alpha val="100000"/>
              </a:srgbClr>
            </a:gs>
            <a:gs pos="100000">
              <a:srgbClr val="42504E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81179" y="633618"/>
            <a:ext cx="1919429" cy="566532"/>
            <a:chOff x="0" y="0"/>
            <a:chExt cx="505529" cy="149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solidFill>
              <a:srgbClr val="94BF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484177" y="2709240"/>
            <a:ext cx="7543891" cy="8058182"/>
            <a:chOff x="0" y="0"/>
            <a:chExt cx="1168746" cy="12484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68746" cy="1248423"/>
            </a:xfrm>
            <a:custGeom>
              <a:avLst/>
              <a:gdLst/>
              <a:ahLst/>
              <a:cxnLst/>
              <a:rect r="r" b="b" t="t" l="l"/>
              <a:pathLst>
                <a:path h="1248423" w="1168746">
                  <a:moveTo>
                    <a:pt x="33866" y="0"/>
                  </a:moveTo>
                  <a:lnTo>
                    <a:pt x="1134880" y="0"/>
                  </a:lnTo>
                  <a:cubicBezTo>
                    <a:pt x="1143862" y="0"/>
                    <a:pt x="1152476" y="3568"/>
                    <a:pt x="1158827" y="9919"/>
                  </a:cubicBezTo>
                  <a:cubicBezTo>
                    <a:pt x="1165178" y="16270"/>
                    <a:pt x="1168746" y="24884"/>
                    <a:pt x="1168746" y="33866"/>
                  </a:cubicBezTo>
                  <a:lnTo>
                    <a:pt x="1168746" y="1214557"/>
                  </a:lnTo>
                  <a:cubicBezTo>
                    <a:pt x="1168746" y="1223539"/>
                    <a:pt x="1165178" y="1232153"/>
                    <a:pt x="1158827" y="1238504"/>
                  </a:cubicBezTo>
                  <a:cubicBezTo>
                    <a:pt x="1152476" y="1244855"/>
                    <a:pt x="1143862" y="1248423"/>
                    <a:pt x="1134880" y="1248423"/>
                  </a:cubicBezTo>
                  <a:lnTo>
                    <a:pt x="33866" y="1248423"/>
                  </a:lnTo>
                  <a:cubicBezTo>
                    <a:pt x="24884" y="1248423"/>
                    <a:pt x="16270" y="1244855"/>
                    <a:pt x="9919" y="1238504"/>
                  </a:cubicBezTo>
                  <a:cubicBezTo>
                    <a:pt x="3568" y="1232153"/>
                    <a:pt x="0" y="1223539"/>
                    <a:pt x="0" y="1214557"/>
                  </a:cubicBezTo>
                  <a:lnTo>
                    <a:pt x="0" y="33866"/>
                  </a:lnTo>
                  <a:cubicBezTo>
                    <a:pt x="0" y="24884"/>
                    <a:pt x="3568" y="16270"/>
                    <a:pt x="9919" y="9919"/>
                  </a:cubicBezTo>
                  <a:cubicBezTo>
                    <a:pt x="16270" y="3568"/>
                    <a:pt x="24884" y="0"/>
                    <a:pt x="33866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0257" r="0" b="-20257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6729752" y="8761687"/>
            <a:ext cx="759948" cy="759948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AE838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5400000">
            <a:off x="16982707" y="8978406"/>
            <a:ext cx="241617" cy="326509"/>
          </a:xfrm>
          <a:custGeom>
            <a:avLst/>
            <a:gdLst/>
            <a:ahLst/>
            <a:cxnLst/>
            <a:rect r="r" b="b" t="t" l="l"/>
            <a:pathLst>
              <a:path h="326509" w="241617">
                <a:moveTo>
                  <a:pt x="0" y="0"/>
                </a:moveTo>
                <a:lnTo>
                  <a:pt x="241617" y="0"/>
                </a:lnTo>
                <a:lnTo>
                  <a:pt x="241617" y="326509"/>
                </a:lnTo>
                <a:lnTo>
                  <a:pt x="0" y="3265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191800" y="559953"/>
            <a:ext cx="13603943" cy="937494"/>
            <a:chOff x="0" y="0"/>
            <a:chExt cx="18138591" cy="124999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453016" cy="1249992"/>
            </a:xfrm>
            <a:custGeom>
              <a:avLst/>
              <a:gdLst/>
              <a:ahLst/>
              <a:cxnLst/>
              <a:rect r="r" b="b" t="t" l="l"/>
              <a:pathLst>
                <a:path h="1249992" w="3453016">
                  <a:moveTo>
                    <a:pt x="0" y="0"/>
                  </a:moveTo>
                  <a:lnTo>
                    <a:pt x="3453016" y="0"/>
                  </a:lnTo>
                  <a:lnTo>
                    <a:pt x="3453016" y="1249992"/>
                  </a:lnTo>
                  <a:lnTo>
                    <a:pt x="0" y="12499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3502209" y="429622"/>
              <a:ext cx="2216733" cy="470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71"/>
                </a:lnSpc>
                <a:spcBef>
                  <a:spcPct val="0"/>
                </a:spcBef>
              </a:pPr>
              <a:r>
                <a:rPr lang="en-US" sz="2051" spc="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Home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6172028" y="432573"/>
              <a:ext cx="2542777" cy="470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71"/>
                </a:lnSpc>
                <a:spcBef>
                  <a:spcPct val="0"/>
                </a:spcBef>
              </a:pPr>
              <a:r>
                <a:rPr lang="en-US" sz="2051" spc="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Sobre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9172005" y="432573"/>
              <a:ext cx="2118920" cy="470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71"/>
                </a:lnSpc>
                <a:spcBef>
                  <a:spcPct val="0"/>
                </a:spcBef>
              </a:pPr>
              <a:r>
                <a:rPr lang="en-US" sz="2051" spc="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Requisitos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1748124" y="429622"/>
              <a:ext cx="2966633" cy="470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71"/>
                </a:lnSpc>
                <a:spcBef>
                  <a:spcPct val="0"/>
                </a:spcBef>
              </a:pPr>
              <a:r>
                <a:rPr lang="en-US" sz="2051" spc="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Wireframe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5171958" y="429622"/>
              <a:ext cx="2966633" cy="470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71"/>
                </a:lnSpc>
                <a:spcBef>
                  <a:spcPct val="0"/>
                </a:spcBef>
              </a:pPr>
              <a:r>
                <a:rPr lang="en-US" b="true" sz="2051" spc="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Projeto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074284" y="2933065"/>
            <a:ext cx="6671676" cy="6926035"/>
            <a:chOff x="0" y="0"/>
            <a:chExt cx="1757149" cy="182414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57149" cy="1824141"/>
            </a:xfrm>
            <a:custGeom>
              <a:avLst/>
              <a:gdLst/>
              <a:ahLst/>
              <a:cxnLst/>
              <a:rect r="r" b="b" t="t" l="l"/>
              <a:pathLst>
                <a:path h="1824141" w="1757149">
                  <a:moveTo>
                    <a:pt x="29010" y="0"/>
                  </a:moveTo>
                  <a:lnTo>
                    <a:pt x="1728139" y="0"/>
                  </a:lnTo>
                  <a:cubicBezTo>
                    <a:pt x="1744161" y="0"/>
                    <a:pt x="1757149" y="12988"/>
                    <a:pt x="1757149" y="29010"/>
                  </a:cubicBezTo>
                  <a:lnTo>
                    <a:pt x="1757149" y="1795131"/>
                  </a:lnTo>
                  <a:cubicBezTo>
                    <a:pt x="1757149" y="1811153"/>
                    <a:pt x="1744161" y="1824141"/>
                    <a:pt x="1728139" y="1824141"/>
                  </a:cubicBezTo>
                  <a:lnTo>
                    <a:pt x="29010" y="1824141"/>
                  </a:lnTo>
                  <a:cubicBezTo>
                    <a:pt x="21316" y="1824141"/>
                    <a:pt x="13937" y="1821085"/>
                    <a:pt x="8497" y="1815644"/>
                  </a:cubicBezTo>
                  <a:cubicBezTo>
                    <a:pt x="3056" y="1810203"/>
                    <a:pt x="0" y="1802825"/>
                    <a:pt x="0" y="1795131"/>
                  </a:cubicBezTo>
                  <a:lnTo>
                    <a:pt x="0" y="29010"/>
                  </a:lnTo>
                  <a:cubicBezTo>
                    <a:pt x="0" y="21316"/>
                    <a:pt x="3056" y="13937"/>
                    <a:pt x="8497" y="8497"/>
                  </a:cubicBezTo>
                  <a:cubicBezTo>
                    <a:pt x="13937" y="3056"/>
                    <a:pt x="21316" y="0"/>
                    <a:pt x="29010" y="0"/>
                  </a:cubicBezTo>
                  <a:close/>
                </a:path>
              </a:pathLst>
            </a:custGeom>
            <a:solidFill>
              <a:srgbClr val="FFFFFF">
                <a:alpha val="18824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757149" cy="18812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074284" y="2933065"/>
            <a:ext cx="6671676" cy="1079955"/>
            <a:chOff x="0" y="0"/>
            <a:chExt cx="1757149" cy="28443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57149" cy="284433"/>
            </a:xfrm>
            <a:custGeom>
              <a:avLst/>
              <a:gdLst/>
              <a:ahLst/>
              <a:cxnLst/>
              <a:rect r="r" b="b" t="t" l="l"/>
              <a:pathLst>
                <a:path h="284433" w="1757149">
                  <a:moveTo>
                    <a:pt x="29010" y="0"/>
                  </a:moveTo>
                  <a:lnTo>
                    <a:pt x="1728139" y="0"/>
                  </a:lnTo>
                  <a:cubicBezTo>
                    <a:pt x="1744161" y="0"/>
                    <a:pt x="1757149" y="12988"/>
                    <a:pt x="1757149" y="29010"/>
                  </a:cubicBezTo>
                  <a:lnTo>
                    <a:pt x="1757149" y="255422"/>
                  </a:lnTo>
                  <a:cubicBezTo>
                    <a:pt x="1757149" y="271444"/>
                    <a:pt x="1744161" y="284433"/>
                    <a:pt x="1728139" y="284433"/>
                  </a:cubicBezTo>
                  <a:lnTo>
                    <a:pt x="29010" y="284433"/>
                  </a:lnTo>
                  <a:cubicBezTo>
                    <a:pt x="21316" y="284433"/>
                    <a:pt x="13937" y="281376"/>
                    <a:pt x="8497" y="275936"/>
                  </a:cubicBezTo>
                  <a:cubicBezTo>
                    <a:pt x="3056" y="270495"/>
                    <a:pt x="0" y="263116"/>
                    <a:pt x="0" y="255422"/>
                  </a:cubicBezTo>
                  <a:lnTo>
                    <a:pt x="0" y="29010"/>
                  </a:lnTo>
                  <a:cubicBezTo>
                    <a:pt x="0" y="21316"/>
                    <a:pt x="3056" y="13937"/>
                    <a:pt x="8497" y="8497"/>
                  </a:cubicBezTo>
                  <a:cubicBezTo>
                    <a:pt x="13937" y="3056"/>
                    <a:pt x="21316" y="0"/>
                    <a:pt x="29010" y="0"/>
                  </a:cubicBezTo>
                  <a:close/>
                </a:path>
              </a:pathLst>
            </a:custGeom>
            <a:solidFill>
              <a:srgbClr val="FFFFFF">
                <a:alpha val="18824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1757149" cy="341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5730249" y="701300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3C5017"/>
                </a:solidFill>
                <a:latin typeface="Poppins Bold"/>
                <a:ea typeface="Poppins Bold"/>
                <a:cs typeface="Poppins Bold"/>
                <a:sym typeface="Poppins Bold"/>
              </a:rPr>
              <a:t>09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388392" y="3228079"/>
            <a:ext cx="6043461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FFFFFF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MELHORIAS FUTURAS: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535375" y="3928835"/>
            <a:ext cx="5749495" cy="5930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5250"/>
              </a:lnSpc>
              <a:buFont typeface="Arial"/>
              <a:buChar char="•"/>
            </a:pPr>
            <a:r>
              <a:rPr lang="en-US" sz="2100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GARANTIR SEGURANÇA</a:t>
            </a:r>
          </a:p>
          <a:p>
            <a:pPr algn="just" marL="453390" indent="-226695" lvl="1">
              <a:lnSpc>
                <a:spcPts val="5250"/>
              </a:lnSpc>
              <a:buFont typeface="Arial"/>
              <a:buChar char="•"/>
            </a:pPr>
            <a:r>
              <a:rPr lang="en-US" sz="2100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LOGIN DE USUÁRIOS CADASTRADOS </a:t>
            </a:r>
          </a:p>
          <a:p>
            <a:pPr algn="just" marL="453390" indent="-226695" lvl="1">
              <a:lnSpc>
                <a:spcPts val="5250"/>
              </a:lnSpc>
              <a:buFont typeface="Arial"/>
              <a:buChar char="•"/>
            </a:pPr>
            <a:r>
              <a:rPr lang="en-US" sz="2100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INCLUSÃO DE BANCO DE DADOS</a:t>
            </a:r>
          </a:p>
          <a:p>
            <a:pPr algn="just" marL="453390" indent="-226695" lvl="1">
              <a:lnSpc>
                <a:spcPts val="5250"/>
              </a:lnSpc>
              <a:buFont typeface="Arial"/>
              <a:buChar char="•"/>
            </a:pPr>
            <a:r>
              <a:rPr lang="en-US" sz="2100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EDIÇÃO DE EVENTOS</a:t>
            </a:r>
          </a:p>
          <a:p>
            <a:pPr algn="just" marL="453390" indent="-226695" lvl="1">
              <a:lnSpc>
                <a:spcPts val="5250"/>
              </a:lnSpc>
              <a:buFont typeface="Arial"/>
              <a:buChar char="•"/>
            </a:pPr>
            <a:r>
              <a:rPr lang="en-US" sz="2100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ALTERAÇÃO DO FORMATO DE DATA PARA O PADRÃO DD/MM/AAAA</a:t>
            </a:r>
          </a:p>
          <a:p>
            <a:pPr algn="just" marL="453390" indent="-226695" lvl="1">
              <a:lnSpc>
                <a:spcPts val="5250"/>
              </a:lnSpc>
              <a:buFont typeface="Arial"/>
              <a:buChar char="•"/>
            </a:pPr>
            <a:r>
              <a:rPr lang="en-US" sz="2100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INCLUSÃO DE FEEDBACK DOS VISITANTES</a:t>
            </a:r>
          </a:p>
          <a:p>
            <a:pPr algn="just" marL="453390" indent="-226695" lvl="1">
              <a:lnSpc>
                <a:spcPts val="5250"/>
              </a:lnSpc>
              <a:buFont typeface="Arial"/>
              <a:buChar char="•"/>
            </a:pPr>
            <a:r>
              <a:rPr lang="en-US" sz="2100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DEIXAR A INTERFACE MAIS ATRATIVA.</a:t>
            </a:r>
          </a:p>
          <a:p>
            <a:pPr algn="just">
              <a:lnSpc>
                <a:spcPts val="525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D3216">
                <a:alpha val="100000"/>
              </a:srgbClr>
            </a:gs>
            <a:gs pos="100000">
              <a:srgbClr val="42504E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81179" y="633618"/>
            <a:ext cx="1919429" cy="566532"/>
            <a:chOff x="0" y="0"/>
            <a:chExt cx="505529" cy="149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solidFill>
              <a:srgbClr val="94BF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729752" y="8761687"/>
            <a:ext cx="759948" cy="75994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AE83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5400000">
            <a:off x="16982707" y="8978406"/>
            <a:ext cx="241617" cy="326509"/>
          </a:xfrm>
          <a:custGeom>
            <a:avLst/>
            <a:gdLst/>
            <a:ahLst/>
            <a:cxnLst/>
            <a:rect r="r" b="b" t="t" l="l"/>
            <a:pathLst>
              <a:path h="326509" w="241617">
                <a:moveTo>
                  <a:pt x="0" y="0"/>
                </a:moveTo>
                <a:lnTo>
                  <a:pt x="241617" y="0"/>
                </a:lnTo>
                <a:lnTo>
                  <a:pt x="241617" y="326509"/>
                </a:lnTo>
                <a:lnTo>
                  <a:pt x="0" y="3265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191800" y="559953"/>
            <a:ext cx="13603943" cy="937494"/>
            <a:chOff x="0" y="0"/>
            <a:chExt cx="18138591" cy="124999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53016" cy="1249992"/>
            </a:xfrm>
            <a:custGeom>
              <a:avLst/>
              <a:gdLst/>
              <a:ahLst/>
              <a:cxnLst/>
              <a:rect r="r" b="b" t="t" l="l"/>
              <a:pathLst>
                <a:path h="1249992" w="3453016">
                  <a:moveTo>
                    <a:pt x="0" y="0"/>
                  </a:moveTo>
                  <a:lnTo>
                    <a:pt x="3453016" y="0"/>
                  </a:lnTo>
                  <a:lnTo>
                    <a:pt x="3453016" y="1249992"/>
                  </a:lnTo>
                  <a:lnTo>
                    <a:pt x="0" y="12499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3502209" y="429622"/>
              <a:ext cx="2216733" cy="470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71"/>
                </a:lnSpc>
                <a:spcBef>
                  <a:spcPct val="0"/>
                </a:spcBef>
              </a:pPr>
              <a:r>
                <a:rPr lang="en-US" sz="2051" spc="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Home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6172028" y="432573"/>
              <a:ext cx="2542777" cy="470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71"/>
                </a:lnSpc>
                <a:spcBef>
                  <a:spcPct val="0"/>
                </a:spcBef>
              </a:pPr>
              <a:r>
                <a:rPr lang="en-US" sz="2051" spc="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Sobre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9172005" y="432573"/>
              <a:ext cx="2118920" cy="470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71"/>
                </a:lnSpc>
                <a:spcBef>
                  <a:spcPct val="0"/>
                </a:spcBef>
              </a:pPr>
              <a:r>
                <a:rPr lang="en-US" sz="2051" spc="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Requisitos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1748124" y="429622"/>
              <a:ext cx="2966633" cy="470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71"/>
                </a:lnSpc>
                <a:spcBef>
                  <a:spcPct val="0"/>
                </a:spcBef>
              </a:pPr>
              <a:r>
                <a:rPr lang="en-US" sz="2051" spc="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Wireframe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5171958" y="429622"/>
              <a:ext cx="2966633" cy="470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71"/>
                </a:lnSpc>
                <a:spcBef>
                  <a:spcPct val="0"/>
                </a:spcBef>
              </a:pPr>
              <a:r>
                <a:rPr lang="en-US" b="true" sz="2051" spc="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Projeto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5730249" y="701300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3C5017"/>
                </a:solidFill>
                <a:latin typeface="Poppins Bold"/>
                <a:ea typeface="Poppins Bold"/>
                <a:cs typeface="Poppins Bold"/>
                <a:sym typeface="Poppins Bold"/>
              </a:rPr>
              <a:t>10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29062" y="2442004"/>
            <a:ext cx="15960638" cy="1120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6"/>
              </a:lnSpc>
            </a:pPr>
            <a:r>
              <a:rPr lang="en-US" sz="7302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GITHUB: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210695" y="3926079"/>
            <a:ext cx="672161" cy="672161"/>
          </a:xfrm>
          <a:custGeom>
            <a:avLst/>
            <a:gdLst/>
            <a:ahLst/>
            <a:cxnLst/>
            <a:rect r="r" b="b" t="t" l="l"/>
            <a:pathLst>
              <a:path h="672161" w="672161">
                <a:moveTo>
                  <a:pt x="0" y="0"/>
                </a:moveTo>
                <a:lnTo>
                  <a:pt x="672161" y="0"/>
                </a:lnTo>
                <a:lnTo>
                  <a:pt x="672161" y="672161"/>
                </a:lnTo>
                <a:lnTo>
                  <a:pt x="0" y="6721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229964" y="3794337"/>
            <a:ext cx="7530658" cy="795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80"/>
              </a:lnSpc>
            </a:pPr>
            <a:r>
              <a:rPr lang="en-US" sz="4700">
                <a:solidFill>
                  <a:srgbClr val="FFFFFF"/>
                </a:solidFill>
                <a:latin typeface="Alatsi"/>
                <a:ea typeface="Alatsi"/>
                <a:cs typeface="Alatsi"/>
                <a:sym typeface="Alatsi"/>
              </a:rPr>
              <a:t>Perfil: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229964" y="6622465"/>
            <a:ext cx="7530658" cy="795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80"/>
              </a:lnSpc>
            </a:pPr>
            <a:r>
              <a:rPr lang="en-US" sz="4700">
                <a:solidFill>
                  <a:srgbClr val="FFFFFF"/>
                </a:solidFill>
                <a:latin typeface="Alatsi"/>
                <a:ea typeface="Alatsi"/>
                <a:cs typeface="Alatsi"/>
                <a:sym typeface="Alatsi"/>
              </a:rPr>
              <a:t>Link do Projeto: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229964" y="4715341"/>
            <a:ext cx="14847341" cy="62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5"/>
              </a:lnSpc>
            </a:pPr>
            <a:r>
              <a:rPr lang="en-US" sz="3661">
                <a:solidFill>
                  <a:srgbClr val="FFFFFF"/>
                </a:solidFill>
                <a:latin typeface="Alatsi"/>
                <a:ea typeface="Alatsi"/>
                <a:cs typeface="Alatsi"/>
                <a:sym typeface="Alatsi"/>
              </a:rPr>
              <a:t>marianaaraujo1603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229964" y="7541310"/>
            <a:ext cx="14847341" cy="62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5"/>
              </a:lnSpc>
            </a:pPr>
            <a:r>
              <a:rPr lang="en-US" sz="3661" u="sng">
                <a:solidFill>
                  <a:srgbClr val="FFFFFF"/>
                </a:solidFill>
                <a:latin typeface="Alatsi"/>
                <a:ea typeface="Alatsi"/>
                <a:cs typeface="Alatsi"/>
                <a:sym typeface="Alatsi"/>
                <a:hlinkClick r:id="rId6" tooltip="https://github.com/marianaaraujo1603/Tere-Verde"/>
              </a:rPr>
              <a:t>https://github.com/marianaaraujo1603/Tere-Verde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210695" y="6708190"/>
            <a:ext cx="672161" cy="672161"/>
          </a:xfrm>
          <a:custGeom>
            <a:avLst/>
            <a:gdLst/>
            <a:ahLst/>
            <a:cxnLst/>
            <a:rect r="r" b="b" t="t" l="l"/>
            <a:pathLst>
              <a:path h="672161" w="672161">
                <a:moveTo>
                  <a:pt x="0" y="0"/>
                </a:moveTo>
                <a:lnTo>
                  <a:pt x="672161" y="0"/>
                </a:lnTo>
                <a:lnTo>
                  <a:pt x="672161" y="672161"/>
                </a:lnTo>
                <a:lnTo>
                  <a:pt x="0" y="6721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061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22A1A">
                <a:alpha val="28627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481179" y="633618"/>
            <a:ext cx="1919429" cy="566532"/>
            <a:chOff x="0" y="0"/>
            <a:chExt cx="505529" cy="1492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solidFill>
              <a:srgbClr val="94BF4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5730249" y="701300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3C5017"/>
                </a:solidFill>
                <a:latin typeface="Poppins Bold"/>
                <a:ea typeface="Poppins Bold"/>
                <a:cs typeface="Poppins Bold"/>
                <a:sym typeface="Poppins Bold"/>
              </a:rPr>
              <a:t>11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496029" y="8806749"/>
            <a:ext cx="1274721" cy="451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1"/>
              </a:lnSpc>
            </a:pPr>
            <a:r>
              <a:rPr lang="en-US" sz="247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395138" y="4362149"/>
            <a:ext cx="11476504" cy="1953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97"/>
              </a:lnSpc>
            </a:pPr>
            <a:r>
              <a:rPr lang="en-US" sz="15418" spc="2112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obrigada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4282107" y="760854"/>
            <a:ext cx="10977287" cy="312059"/>
            <a:chOff x="0" y="0"/>
            <a:chExt cx="14636382" cy="416079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57150"/>
              <a:ext cx="2216733" cy="470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71"/>
                </a:lnSpc>
                <a:spcBef>
                  <a:spcPct val="0"/>
                </a:spcBef>
              </a:pPr>
              <a:r>
                <a:rPr lang="en-US" sz="2051" spc="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Home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2669819" y="-54199"/>
              <a:ext cx="2542777" cy="470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71"/>
                </a:lnSpc>
                <a:spcBef>
                  <a:spcPct val="0"/>
                </a:spcBef>
              </a:pPr>
              <a:r>
                <a:rPr lang="en-US" sz="2051" spc="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Sobre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5669796" y="-54199"/>
              <a:ext cx="2118920" cy="470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71"/>
                </a:lnSpc>
                <a:spcBef>
                  <a:spcPct val="0"/>
                </a:spcBef>
              </a:pPr>
              <a:r>
                <a:rPr lang="en-US" sz="2051" spc="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Requisitos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8245915" y="-57150"/>
              <a:ext cx="2966633" cy="470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71"/>
                </a:lnSpc>
                <a:spcBef>
                  <a:spcPct val="0"/>
                </a:spcBef>
              </a:pPr>
              <a:r>
                <a:rPr lang="en-US" sz="2051" spc="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Wireframe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1669749" y="-57150"/>
              <a:ext cx="2966633" cy="470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71"/>
                </a:lnSpc>
                <a:spcBef>
                  <a:spcPct val="0"/>
                </a:spcBef>
              </a:pPr>
              <a:r>
                <a:rPr lang="en-US" sz="2051" spc="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Projeto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225620" y="559953"/>
            <a:ext cx="2589762" cy="937494"/>
          </a:xfrm>
          <a:custGeom>
            <a:avLst/>
            <a:gdLst/>
            <a:ahLst/>
            <a:cxnLst/>
            <a:rect r="r" b="b" t="t" l="l"/>
            <a:pathLst>
              <a:path h="937494" w="2589762">
                <a:moveTo>
                  <a:pt x="0" y="0"/>
                </a:moveTo>
                <a:lnTo>
                  <a:pt x="2589762" y="0"/>
                </a:lnTo>
                <a:lnTo>
                  <a:pt x="2589762" y="937494"/>
                </a:lnTo>
                <a:lnTo>
                  <a:pt x="0" y="9374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DAGpmgqX7v0</dc:identifier>
  <dcterms:modified xsi:type="dcterms:W3CDTF">2011-08-01T06:04:30Z</dcterms:modified>
  <cp:revision>1</cp:revision>
  <dc:title>Teré Verde</dc:title>
</cp:coreProperties>
</file>